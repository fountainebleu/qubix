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659644385f4e0c" /><Relationship Type="http://schemas.openxmlformats.org/officeDocument/2006/relationships/extended-properties" Target="/docProps/app.xml" Id="R54fac87cd9384d55" /><Relationship Type="http://schemas.openxmlformats.org/officeDocument/2006/relationships/officeDocument" Target="/ppt/presentation.xml" Id="Rbaa418a9b96743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3dc4588e294167"/>
  </p:sldMasterIdLst>
  <p:notesMasterIdLst>
    <p:notesMasterId xmlns:r="http://schemas.openxmlformats.org/officeDocument/2006/relationships" r:id="Rfb4e19b8dff945c1"/>
  </p:notesMasterIdLst>
  <p:sldIdLst>
    <p:sldId xmlns:r="http://schemas.openxmlformats.org/officeDocument/2006/relationships" id="256" r:id="Rd6cc937767574dfd"/>
    <p:sldId xmlns:r="http://schemas.openxmlformats.org/officeDocument/2006/relationships" id="257" r:id="Rf81328087c5b485f"/>
    <p:sldId xmlns:r="http://schemas.openxmlformats.org/officeDocument/2006/relationships" id="258" r:id="R40a86572f9de48bd"/>
    <p:sldId xmlns:r="http://schemas.openxmlformats.org/officeDocument/2006/relationships" id="259" r:id="R2c163df974334d8e"/>
    <p:sldId xmlns:r="http://schemas.openxmlformats.org/officeDocument/2006/relationships" id="260" r:id="R36b14c17f07f4c99"/>
    <p:sldId xmlns:r="http://schemas.openxmlformats.org/officeDocument/2006/relationships" id="261" r:id="R71dfb37ca6564d56"/>
    <p:sldId xmlns:r="http://schemas.openxmlformats.org/officeDocument/2006/relationships" id="262" r:id="Rdfc4716ce82d49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ae9f54cd1e4292" /><Relationship Type="http://schemas.openxmlformats.org/officeDocument/2006/relationships/slideMaster" Target="/ppt/slideMasters/slideMaster1.xml" Id="R3f3dc4588e294167" /><Relationship Type="http://schemas.openxmlformats.org/officeDocument/2006/relationships/notesMaster" Target="/ppt/notesMasters/notesMaster1.xml" Id="Rfb4e19b8dff945c1" /><Relationship Type="http://schemas.openxmlformats.org/officeDocument/2006/relationships/presProps" Target="/ppt/presProps.xml" Id="Rf3a5cc6a29ee4ab9" /><Relationship Type="http://schemas.openxmlformats.org/officeDocument/2006/relationships/tableStyles" Target="/ppt/tableStyles.xml" Id="Redd7cfb8d7cd406f" /><Relationship Type="http://schemas.openxmlformats.org/officeDocument/2006/relationships/slide" Target="/ppt/slides/slide1.xml" Id="Rd6cc937767574dfd" /><Relationship Type="http://schemas.openxmlformats.org/officeDocument/2006/relationships/slide" Target="/ppt/slides/slide2.xml" Id="Rf81328087c5b485f" /><Relationship Type="http://schemas.openxmlformats.org/officeDocument/2006/relationships/slide" Target="/ppt/slides/slide3.xml" Id="R40a86572f9de48bd" /><Relationship Type="http://schemas.openxmlformats.org/officeDocument/2006/relationships/slide" Target="/ppt/slides/slide4.xml" Id="R2c163df974334d8e" /><Relationship Type="http://schemas.openxmlformats.org/officeDocument/2006/relationships/slide" Target="/ppt/slides/slide5.xml" Id="R36b14c17f07f4c99" /><Relationship Type="http://schemas.openxmlformats.org/officeDocument/2006/relationships/slide" Target="/ppt/slides/slide6.xml" Id="R71dfb37ca6564d56" /><Relationship Type="http://schemas.openxmlformats.org/officeDocument/2006/relationships/slide" Target="/ppt/slides/slide7.xml" Id="Rdfc4716ce82d49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7ba5f7dc404d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ac73861a2448a4" /><Relationship Type="http://schemas.openxmlformats.org/officeDocument/2006/relationships/notesMaster" Target="/ppt/notesMasters/notesMaster1.xml" Id="Re3b0ef7889e24d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dc2580229447f2" /><Relationship Type="http://schemas.openxmlformats.org/officeDocument/2006/relationships/notesMaster" Target="/ppt/notesMasters/notesMaster1.xml" Id="Rffa2997228f746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762dd88c2c4e48" /><Relationship Type="http://schemas.openxmlformats.org/officeDocument/2006/relationships/notesMaster" Target="/ppt/notesMasters/notesMaster1.xml" Id="R9b4ba703df2e44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a456350b134a1a" /><Relationship Type="http://schemas.openxmlformats.org/officeDocument/2006/relationships/notesMaster" Target="/ppt/notesMasters/notesMaster1.xml" Id="R11f3f4d0d8c64c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5beb64a97d4393" /><Relationship Type="http://schemas.openxmlformats.org/officeDocument/2006/relationships/notesMaster" Target="/ppt/notesMasters/notesMaster1.xml" Id="R2bc6b7bfee304f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fe186885c448cf" /><Relationship Type="http://schemas.openxmlformats.org/officeDocument/2006/relationships/notesMaster" Target="/ppt/notesMasters/notesMaster1.xml" Id="R17197eddcb4b43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e782b803264b8b" /><Relationship Type="http://schemas.openxmlformats.org/officeDocument/2006/relationships/notesMaster" Target="/ppt/notesMasters/notesMaster1.xml" Id="R099bb1be735843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https://github.com/Fountainebleu/Qubix</a:t>
            </a:r>
          </a:p>
          <a:p xmlns:a="http://schemas.openxmlformats.org/drawingml/2006/main">
            <a:r>
              <a:t>- Техническое задание, предоставленное пользователем.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Техническое задание, предоставленное пользователем.</a:t>
            </a:r>
          </a:p>
          <a:p xmlns:a="http://schemas.openxmlformats.org/drawingml/2006/main">
            <a:r>
              <a:t>- https://github.com/Fountainebleu/Qubix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https://github.com/Fountainebleu/Qubix</a:t>
            </a:r>
          </a:p>
          <a:p xmlns:a="http://schemas.openxmlformats.org/drawingml/2006/main">
            <a:r>
              <a:t>- Локальная проверка функциональности проекта от 27.07.2026.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https://github.com/Fountainebleu/Qubix</a:t>
            </a:r>
          </a:p>
          <a:p xmlns:a="http://schemas.openxmlformats.org/drawingml/2006/main">
            <a:r>
              <a:t>- Локальные файлы frontend/package.json, backend/Qubix.Api и docker-compose.yml.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https://miro.com/app/board/uXjVH4eJR-U=/?share_link_id=758051321190</a:t>
            </a:r>
          </a:p>
          <a:p xmlns:a="http://schemas.openxmlformats.org/drawingml/2006/main">
            <a:r>
              <a:t>- Локальная реализация REST API и SignalR-событий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Локальная сборка и тестирование проекта от 27.07.2026.</a:t>
            </a:r>
          </a:p>
          <a:p xmlns:a="http://schemas.openxmlformats.org/drawingml/2006/main">
            <a:r>
              <a:t>- Docker Compose: PostgreSQL 16 Alpine, ASP.NET Core backend и Nginx frontend.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https://www.figma.com/design/Iv7JRvMpx03Dqfj7m0202B/Qubix-%E2%80%94-%D0%BC%D0%B8%D0%BD%D0%B8%D0%BC%D0%B0%D0%BB%D1%8C%D0%BD%D1%8B%D0%B5-%D0%BC%D0%B0%D0%BA%D0%B5%D1%82%D1%8B-MVP?node-id=0-1&amp;t=xiD7ezi9owc0egHr-1</a:t>
            </a:r>
          </a:p>
          <a:p xmlns:a="http://schemas.openxmlformats.org/drawingml/2006/main">
            <a:r>
              <a:t>- https://miro.com/app/board/uXjVH4eJR-U=/?share_link_id=758051321190</a:t>
            </a:r>
          </a:p>
          <a:p xmlns:a="http://schemas.openxmlformats.org/drawingml/2006/main">
            <a:r>
              <a:t>- https://github.com/Fountainebleu/Qubix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fb2a107d2640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6d744f520949f9" /><Relationship Type="http://schemas.openxmlformats.org/officeDocument/2006/relationships/slideLayout" Target="/ppt/slideLayouts/slideLayout1.xml" Id="Re19000b7e84640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9000b7e84640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dced6ebfbe4759" /><Relationship Type="http://schemas.openxmlformats.org/officeDocument/2006/relationships/notesSlide" Target="/ppt/notesSlides/notesSlide1.xml" Id="R6adf019b823542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db8b17641a4f86" /><Relationship Type="http://schemas.openxmlformats.org/officeDocument/2006/relationships/notesSlide" Target="/ppt/notesSlides/notesSlide2.xml" Id="R329bcb78ef6e4d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ed52eef53d4045" /><Relationship Type="http://schemas.openxmlformats.org/officeDocument/2006/relationships/notesSlide" Target="/ppt/notesSlides/notesSlide3.xml" Id="R49aef04b490b4b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34c6d32884ba2" /><Relationship Type="http://schemas.openxmlformats.org/officeDocument/2006/relationships/notesSlide" Target="/ppt/notesSlides/notesSlide4.xml" Id="R6b0589921bb74e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223790a5bc46d8" /><Relationship Type="http://schemas.openxmlformats.org/officeDocument/2006/relationships/notesSlide" Target="/ppt/notesSlides/notesSlide5.xml" Id="R3696cc905b0742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c008784ca49df" /><Relationship Type="http://schemas.openxmlformats.org/officeDocument/2006/relationships/notesSlide" Target="/ppt/notesSlides/notesSlide6.xml" Id="R7a7c9b55c31647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d312728f4c449f" /><Relationship Type="http://schemas.openxmlformats.org/officeDocument/2006/relationships/hyperlink" Target="https://www.figma.com/design/Iv7JRvMpx03Dqfj7m0202B/Qubix-%E2%80%94-%D0%BC%D0%B8%D0%BD%D0%B8%D0%BC%D0%B0%D0%BB%D1%8C%D0%BD%D1%8B%D0%B5-%D0%BC%D0%B0%D0%BA%D0%B5%D1%82%D1%8B-MVP?node-id=0-1&amp;t=xiD7ezi9owc0egHr-1" TargetMode="External" Id="R1727ac0d476442eb" /><Relationship Type="http://schemas.openxmlformats.org/officeDocument/2006/relationships/hyperlink" Target="https://miro.com/app/board/uXjVH4eJR-U=/?share_link_id=758051321190" TargetMode="External" Id="Rbc5233e51bf34146" /><Relationship Type="http://schemas.openxmlformats.org/officeDocument/2006/relationships/hyperlink" Target="https://github.com/Fountainebleu/Qubix" TargetMode="External" Id="R6fa1f8bd083f4d91" /><Relationship Type="http://schemas.openxmlformats.org/officeDocument/2006/relationships/notesSlide" Target="/ppt/notesSlides/notesSlide7.xml" Id="R97289ac4e750453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8D7792C5-2696-41F4-8DD7-ED25AF6A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Qubix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31584F5-BD60-4823-9BB7-84EA190B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Веб-приложение для проведения квизов в реальном времени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FFA75159-E553-458B-8660-761E39B8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Летняя практика · 2026</a:t>
            </a:r>
          </a:p>
        </p:txBody>
      </p:sp>
    </p:spTree>
    <p:extLst>
      <p:ext uri="{BB962C8B-B14F-4D97-AF65-F5344CB8AC3E}">
        <p14:creationId xmlns:p14="http://schemas.microsoft.com/office/powerpoint/2010/main" val="20179675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074D429-3962-47F8-BED4-797D4D80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72D6FF6-B828-41E5-848D-BA22C5AD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MVP объединяет организатора и участников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588EBE90-CB37-49CC-AB4C-232E3244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Организатор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Создаёт и настраивает квиз
Добавляет вопросы и варианты
Публикует квиз и открывает комнату
Управляет показом вопросов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D6C6B608-037A-4814-8F96-F20A3D3D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Участник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Входит по шестизначному коду
Отвечает только на открытый вопрос
Получает баллы за точный ответ
Видит итоговый лидерборд</a:t>
            </a:r>
          </a:p>
        </p:txBody>
      </p:sp>
    </p:spTree>
    <p:extLst>
      <p:ext uri="{BB962C8B-B14F-4D97-AF65-F5344CB8AC3E}">
        <p14:creationId xmlns:p14="http://schemas.microsoft.com/office/powerpoint/2010/main" val="26644971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314919C4-BC05-4EA6-AE46-6959186E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F7BCEE9-1961-4132-B2C8-6797AF3D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Реализованы все функции обязательного MVP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3125A6AE-C1F4-41D4-8B82-EF22A5F6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Реальное время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SignalR и группа активной комнаты</a:t>
            </a:r>
          </a:p>
        </p:txBody>
      </p:sp>
      <p:sp>
        <p:nvSpPr>
          <p:cNvPr id="4" name="Text-Placeholder-16-5">
            <a:extLst xmlns:a="http://schemas.openxmlformats.org/drawingml/2006/main">
              <a:ext uri="{FF2B5EF4-FFF2-40B4-BE49-F238E27FC236}">
                <a16:creationId xmlns:a16="http://schemas.microsoft.com/office/drawing/2014/main" id="{9036C633-B9F4-49A5-AD27-B0B7DE9A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Баллы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Фиксированные очки без бонуса за скорость</a:t>
            </a:r>
          </a:p>
        </p:txBody>
      </p:sp>
      <p:sp>
        <p:nvSpPr>
          <p:cNvPr id="5" name="Content-Placeholder-17-6">
            <a:extLst xmlns:a="http://schemas.openxmlformats.org/drawingml/2006/main">
              <a:ext uri="{FF2B5EF4-FFF2-40B4-BE49-F238E27FC236}">
                <a16:creationId xmlns:a16="http://schemas.microsoft.com/office/drawing/2014/main" id="{C2E1AB04-423E-4D84-867F-31A12074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История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Баллы, место, дата и число участников</a:t>
            </a:r>
          </a:p>
        </p:txBody>
      </p:sp>
      <p:sp>
        <p:nvSpPr>
          <p:cNvPr id="6" name="Text-Placeholder-18-7">
            <a:extLst xmlns:a="http://schemas.openxmlformats.org/drawingml/2006/main">
              <a:ext uri="{FF2B5EF4-FFF2-40B4-BE49-F238E27FC236}">
                <a16:creationId xmlns:a16="http://schemas.microsoft.com/office/drawing/2014/main" id="{76E37A8C-72BF-48A5-B9BA-2F5349C0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Запуск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Frontend, backend и PostgreSQL в Docker</a:t>
            </a:r>
          </a:p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D5E77E94-84DD-4842-822E-7123537D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Авторизация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Identity, роли Participant и Organizer</a:t>
            </a:r>
          </a:p>
        </p:txBody>
      </p:sp>
      <p:sp>
        <p:nvSpPr>
          <p:cNvPr id="8" name="Text-Placeholder-16-9">
            <a:extLst xmlns:a="http://schemas.openxmlformats.org/drawingml/2006/main">
              <a:ext uri="{FF2B5EF4-FFF2-40B4-BE49-F238E27FC236}">
                <a16:creationId xmlns:a16="http://schemas.microsoft.com/office/drawing/2014/main" id="{84335320-A627-431E-970F-EB935FB5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Квизы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Создание, настройки, публикация и архив</a:t>
            </a:r>
          </a:p>
        </p:txBody>
      </p:sp>
      <p:sp>
        <p:nvSpPr>
          <p:cNvPr id="9" name="Content-Placeholder-17-10">
            <a:extLst xmlns:a="http://schemas.openxmlformats.org/drawingml/2006/main">
              <a:ext uri="{FF2B5EF4-FFF2-40B4-BE49-F238E27FC236}">
                <a16:creationId xmlns:a16="http://schemas.microsoft.com/office/drawing/2014/main" id="{8A095745-3035-4473-B952-1A8E3ADD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Вопросы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Текст, ImageUrl, один или несколько ответов</a:t>
            </a:r>
          </a:p>
        </p:txBody>
      </p:sp>
      <p:sp>
        <p:nvSpPr>
          <p:cNvPr id="10" name="Text-Placeholder-18-11">
            <a:extLst xmlns:a="http://schemas.openxmlformats.org/drawingml/2006/main">
              <a:ext uri="{FF2B5EF4-FFF2-40B4-BE49-F238E27FC236}">
                <a16:creationId xmlns:a16="http://schemas.microsoft.com/office/drawing/2014/main" id="{F69BEA83-C696-416F-B410-CF36186F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Комнаты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Случайный шестизначный код подключения</a:t>
            </a:r>
          </a:p>
        </p:txBody>
      </p:sp>
    </p:spTree>
    <p:extLst>
      <p:ext uri="{BB962C8B-B14F-4D97-AF65-F5344CB8AC3E}">
        <p14:creationId xmlns:p14="http://schemas.microsoft.com/office/powerpoint/2010/main" val="199879603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9D47BAB-FBFD-4ACE-9B6F-8119C448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1155833-2903-49C6-92AC-18421941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Архитектура остаётся простой и расширяемой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1271C54D-CE53-4DAC-9F6F-4DDC7CD9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8298CA82-966F-4864-B7FA-840117DD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ASP.NET Core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Web API, Identity, Problem Details и Swagger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8A8E40F0-02D1-447B-A712-17D11B2E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9E9599B2-0C56-4302-BF0F-90364BC7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React + TypeScript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Vite, React Router, Context и fetch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61BBB337-9016-4E1E-9E67-1721AE4B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9667B4B0-E73C-4620-8E97-C996D290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SignalR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События комнаты через WebSocket с REST-восстановлением</a:t>
            </a:r>
          </a:p>
        </p:txBody>
      </p:sp>
      <p:sp>
        <p:nvSpPr>
          <p:cNvPr id="9" name="Rounded-Rectangle-3-10">
            <a:extLst xmlns:a="http://schemas.openxmlformats.org/drawingml/2006/main">
              <a:ext uri="{FF2B5EF4-FFF2-40B4-BE49-F238E27FC236}">
                <a16:creationId xmlns:a16="http://schemas.microsoft.com/office/drawing/2014/main" id="{5BF73578-1090-4DF9-9756-F59A790C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4728EDC0-BE46-44C4-A897-7FB8B0DB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PostgreSQL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EF Core, Npgsql, миграции и ограничения БД</a:t>
            </a:r>
          </a:p>
        </p:txBody>
      </p:sp>
      <p:sp>
        <p:nvSpPr>
          <p:cNvPr id="11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18E39AA0-78DB-442C-B998-4DD5682D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C# выбран для единого серверного стека</a:t>
            </a:r>
          </a:p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ASP.NET Core объединяет авторизацию, API, доступ к БД и SignalR; React отвечает за клиентский интерфейс.</a:t>
            </a:r>
          </a:p>
        </p:txBody>
      </p:sp>
    </p:spTree>
    <p:extLst>
      <p:ext uri="{BB962C8B-B14F-4D97-AF65-F5344CB8AC3E}">
        <p14:creationId xmlns:p14="http://schemas.microsoft.com/office/powerpoint/2010/main" val="40313184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2E00A982-ABD8-4331-A288-6DE32DEB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900ACAF-E265-41E4-8A83-13676FB1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Квиз проходит последовательно и синхронно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2A432133-4A07-4F6D-A073-2C884990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EDBEB199-2C23-4617-9A33-3A7790D3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41542F5F-6CBB-47C1-8CF1-C54AD0FA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2F49FF0F-F861-45C2-A77A-6D2D18CA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283B11E6-36E6-474B-A2D5-7BC9EB1D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421A4C9-3F3E-4F37-90FE-E25B25A7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BCDA8D0A-9E35-4A0F-84EC-4FA90E78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Проведение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38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Открытие вопроса, таймер, ответы и закрытие показа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9B576D25-9CC3-4EFB-B455-90435898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Подготовка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38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Публикация квиза, создание комнаты и подключение участников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A578C8BB-1467-493C-961B-76673E5F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Результат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38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Подсчёт суммы баллов, лидерборд и сохранение истории</a:t>
            </a:r>
          </a:p>
        </p:txBody>
      </p:sp>
    </p:spTree>
    <p:extLst>
      <p:ext uri="{BB962C8B-B14F-4D97-AF65-F5344CB8AC3E}">
        <p14:creationId xmlns:p14="http://schemas.microsoft.com/office/powerpoint/2010/main" val="138592370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8DA2935D-D43E-4F81-A627-BAC55118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C61C26C8-4A9E-4D95-9F26-CD22D8AD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2B1D1798-4981-4E5C-A49F-21AB88EF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CB968A47-DC4E-4476-9AFB-FA493BEB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9530788C-374C-4633-88DE-D004BFA2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Docker-сценарий успешно проверен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B328A157-8A7E-4D08-8357-65BD3607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модульных
тестов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7C005878-AC15-4415-BDE2-D5ACA413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параллельные
сессии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C69EF38F-3BD8-4274-906B-5F38BF18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интеграционных
тестов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EB88AF6A-A649-4AA6-8251-7BFE0F70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18 / 18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AF193013-B171-4718-89B1-DA49CB82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51 / 51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7969BFA2-C360-493F-B88B-C1F712D0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40F5CB44-F381-4DD6-8449-F68D97DA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Проверка охватила сборку, API, базу и работу в реальном времени</a:t>
            </a:r>
          </a:p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Организатор и два участника прошли полный квиз; результаты сохранились после перезапуска backend.</a:t>
            </a:r>
          </a:p>
        </p:txBody>
      </p:sp>
    </p:spTree>
    <p:extLst>
      <p:ext uri="{BB962C8B-B14F-4D97-AF65-F5344CB8AC3E}">
        <p14:creationId xmlns:p14="http://schemas.microsoft.com/office/powerpoint/2010/main" val="67640339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043CE663-AA88-4ECE-BA93-87122E7C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Qubix готов к демонстрации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FCBB97DC-D836-43D8-B10B-FFFE98CA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u="sng">
                <a:solidFill>
                  <a:srgbClr val="2563EB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1727ac0d476442eb"/>
              </a:rPr>
              <a:t>Макеты в Figma</a:t>
            </a:r>
          </a:p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u="sng">
                <a:solidFill>
                  <a:srgbClr val="2563EB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bc5233e51bf34146"/>
              </a:rPr>
              <a:t>Сценарий в Miro</a:t>
            </a:r>
          </a:p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u="sng">
                <a:solidFill>
                  <a:srgbClr val="2563EB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6fa1f8bd083f4d91"/>
              </a:rPr>
              <a:t>Код на GitHub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DFA79E92-C69C-4708-B14F-9A38F980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Материалы</a:t>
            </a:r>
          </a:p>
        </p:txBody>
      </p:sp>
    </p:spTree>
    <p:extLst>
      <p:ext uri="{BB962C8B-B14F-4D97-AF65-F5344CB8AC3E}">
        <p14:creationId xmlns:p14="http://schemas.microsoft.com/office/powerpoint/2010/main" val="7955357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2026-07-26T20:20:24.8520000Z</dcterms:created>
  <dcterms:modified xsi:type="dcterms:W3CDTF">2026-07-26T20:20:24.8520000Z</dcterms:modified>
</coreProperties>
</file>