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9e19585b2446c8" /><Relationship Type="http://schemas.openxmlformats.org/officeDocument/2006/relationships/extended-properties" Target="/docProps/app.xml" Id="R758aa066b92d4642" /><Relationship Type="http://schemas.openxmlformats.org/officeDocument/2006/relationships/officeDocument" Target="/ppt/presentation.xml" Id="R56b954a4cdf1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f094c37d74de5"/>
  </p:sldMasterIdLst>
  <p:notesMasterIdLst>
    <p:notesMasterId xmlns:r="http://schemas.openxmlformats.org/officeDocument/2006/relationships" r:id="R540738dfff0b4009"/>
  </p:notesMasterIdLst>
  <p:sldIdLst>
    <p:sldId xmlns:r="http://schemas.openxmlformats.org/officeDocument/2006/relationships" id="256" r:id="Rf47b38d45fcd4767"/>
    <p:sldId xmlns:r="http://schemas.openxmlformats.org/officeDocument/2006/relationships" id="257" r:id="R1e9062a9b22141b2"/>
    <p:sldId xmlns:r="http://schemas.openxmlformats.org/officeDocument/2006/relationships" id="258" r:id="R565db7e0b5b54341"/>
    <p:sldId xmlns:r="http://schemas.openxmlformats.org/officeDocument/2006/relationships" id="259" r:id="R5803c3eb1a9d4113"/>
    <p:sldId xmlns:r="http://schemas.openxmlformats.org/officeDocument/2006/relationships" id="260" r:id="R129bdb011d8944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fa15b5c54349ca" /><Relationship Type="http://schemas.openxmlformats.org/officeDocument/2006/relationships/slideMaster" Target="/ppt/slideMasters/slideMaster1.xml" Id="R709f094c37d74de5" /><Relationship Type="http://schemas.openxmlformats.org/officeDocument/2006/relationships/notesMaster" Target="/ppt/notesMasters/notesMaster1.xml" Id="R540738dfff0b4009" /><Relationship Type="http://schemas.openxmlformats.org/officeDocument/2006/relationships/presProps" Target="/ppt/presProps.xml" Id="R4bbd99d5e88c4889" /><Relationship Type="http://schemas.openxmlformats.org/officeDocument/2006/relationships/tableStyles" Target="/ppt/tableStyles.xml" Id="Rf07da45524024f6a" /><Relationship Type="http://schemas.openxmlformats.org/officeDocument/2006/relationships/slide" Target="/ppt/slides/slide1.xml" Id="Rf47b38d45fcd4767" /><Relationship Type="http://schemas.openxmlformats.org/officeDocument/2006/relationships/slide" Target="/ppt/slides/slide2.xml" Id="R1e9062a9b22141b2" /><Relationship Type="http://schemas.openxmlformats.org/officeDocument/2006/relationships/slide" Target="/ppt/slides/slide3.xml" Id="R565db7e0b5b54341" /><Relationship Type="http://schemas.openxmlformats.org/officeDocument/2006/relationships/slide" Target="/ppt/slides/slide4.xml" Id="R5803c3eb1a9d4113" /><Relationship Type="http://schemas.openxmlformats.org/officeDocument/2006/relationships/slide" Target="/ppt/slides/slide5.xml" Id="R129bdb011d8944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81beea057f4a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5cbd4c54f6457e" /><Relationship Type="http://schemas.openxmlformats.org/officeDocument/2006/relationships/notesMaster" Target="/ppt/notesMasters/notesMaster1.xml" Id="R4cff954aa7fe4a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4ef67932cc4362" /><Relationship Type="http://schemas.openxmlformats.org/officeDocument/2006/relationships/notesMaster" Target="/ppt/notesMasters/notesMaster1.xml" Id="Ra8b95f60671c4b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4efa9133cd4acb" /><Relationship Type="http://schemas.openxmlformats.org/officeDocument/2006/relationships/notesMaster" Target="/ppt/notesMasters/notesMaster1.xml" Id="R60240ebb8a5f40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20d452eb61445e" /><Relationship Type="http://schemas.openxmlformats.org/officeDocument/2006/relationships/notesMaster" Target="/ppt/notesMasters/notesMaster1.xml" Id="R5c9e37a5f9934b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91e8af59944235" /><Relationship Type="http://schemas.openxmlformats.org/officeDocument/2006/relationships/notesMaster" Target="/ppt/notesMasters/notesMaster1.xml" Id="Rf53ec3f26bfb44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https://github.com/Fountainebleu/Qubix</a:t>
            </a:r>
          </a:p>
          <a:p xmlns:a="http://schemas.openxmlformats.org/drawingml/2006/main">
            <a:r>
              <a:t>- Техническое задание, предоставленное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https://github.com/Fountainebleu/Qubix</a:t>
            </a:r>
          </a:p>
          <a:p xmlns:a="http://schemas.openxmlformats.org/drawingml/2006/main">
            <a:r>
              <a:t>- Локальная проверка функциональности проекта от 27.07.2026.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https://github.com/Fountainebleu/Qubix</a:t>
            </a:r>
          </a:p>
          <a:p xmlns:a="http://schemas.openxmlformats.org/drawingml/2006/main">
            <a:r>
              <a:t>- Локальные файлы frontend/package.json, backend/Qubix.Api и docker-compose.yml.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Локальная сборка и тестирование проекта от 27.07.2026: 19 unit-тестов и 51 integration-тест.</a:t>
            </a:r>
          </a:p>
          <a:p xmlns:a="http://schemas.openxmlformats.org/drawingml/2006/main">
            <a:r>
              <a:t>- Docker Compose: PostgreSQL 16 Alpine, ASP.NET Core backend и Nginx frontend.</a:t>
            </a:r>
          </a:p>
          <a:p xmlns:a="http://schemas.openxmlformats.org/drawingml/2006/main">
            <a:r>
              <a:t>- Ручной сценарий: организатор и два участника, SignalR, лидерборд, история и возврат квиза из архива.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https://www.figma.com/design/Iv7JRvMpx03Dqfj7m0202B/Qubix-%E2%80%94-%D0%BC%D0%B8%D0%BD%D0%B8%D0%BC%D0%B0%D0%BB%D1%8C%D0%BD%D1%8B%D0%B5-%D0%BC%D0%B0%D0%BA%D0%B5%D1%82%D1%8B-MVP?node-id=0-1&amp;t=xiD7ezi9owc0egHr-1</a:t>
            </a:r>
          </a:p>
          <a:p xmlns:a="http://schemas.openxmlformats.org/drawingml/2006/main">
            <a:r>
              <a:t>- https://miro.com/app/board/uXjVH4eJR-U=/?share_link_id=758051321190</a:t>
            </a:r>
          </a:p>
          <a:p xmlns:a="http://schemas.openxmlformats.org/drawingml/2006/main">
            <a:r>
              <a:t>- https://github.com/Fountainebleu/Qubix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40a561b234a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e8ae89f8349cb" /><Relationship Type="http://schemas.openxmlformats.org/officeDocument/2006/relationships/slideLayout" Target="/ppt/slideLayouts/slideLayout1.xml" Id="R20605609bea440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605609bea440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60c41fab348fd" /><Relationship Type="http://schemas.openxmlformats.org/officeDocument/2006/relationships/notesSlide" Target="/ppt/notesSlides/notesSlide1.xml" Id="R01990f25820c4a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20dc9270f40b6" /><Relationship Type="http://schemas.openxmlformats.org/officeDocument/2006/relationships/notesSlide" Target="/ppt/notesSlides/notesSlide2.xml" Id="R7c2fdbdb460645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c20c599044658" /><Relationship Type="http://schemas.openxmlformats.org/officeDocument/2006/relationships/notesSlide" Target="/ppt/notesSlides/notesSlide3.xml" Id="R9ab5075f45644a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02f7122344be7" /><Relationship Type="http://schemas.openxmlformats.org/officeDocument/2006/relationships/notesSlide" Target="/ppt/notesSlides/notesSlide4.xml" Id="Rd7da87ab424040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13cc51cef45a9" /><Relationship Type="http://schemas.openxmlformats.org/officeDocument/2006/relationships/hyperlink" Target="https://www.figma.com/design/Iv7JRvMpx03Dqfj7m0202B/Qubix-&#8212;-&#1084;&#1080;&#1085;&#1080;&#1084;&#1072;&#1083;&#1100;&#1085;&#1099;&#1077;-&#1084;&#1072;&#1082;&#1077;&#1090;&#1099;-MVP?node-id=0-1&amp;t=xiD7ezi9owc0egHr-1" TargetMode="External" Id="R2413a816c28e43ad" /><Relationship Type="http://schemas.openxmlformats.org/officeDocument/2006/relationships/hyperlink" Target="https://miro.com/app/board/uXjVH4eJR-U=/?share_link_id=758051321190" TargetMode="External" Id="R08682ef961784ce3" /><Relationship Type="http://schemas.openxmlformats.org/officeDocument/2006/relationships/hyperlink" Target="https://github.com/Fountainebleu/Qubix" TargetMode="External" Id="R0f927cb82b3d46ea" /><Relationship Type="http://schemas.openxmlformats.org/officeDocument/2006/relationships/notesSlide" Target="/ppt/notesSlides/notesSlide5.xml" Id="Rf6e450b46f63427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D7792C5-2696-41F4-8DD7-ED25AF6A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Qubix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31584F5-BD60-4823-9BB7-84EA190B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Веб-приложение для проведения квизов в реальном времени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FA75159-E553-458B-8660-761E39B8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Летняя практика · 2026</a:t>
            </a:r>
          </a:p>
        </p:txBody>
      </p:sp>
    </p:spTree>
    <p:extLst>
      <p:ext uri="{BB962C8B-B14F-4D97-AF65-F5344CB8AC3E}">
        <p14:creationId xmlns:p14="http://schemas.microsoft.com/office/powerpoint/2010/main" val="20179675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14919C4-BC05-4EA6-AE46-6959186E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F7BCEE9-1961-4132-B2C8-6797AF3D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Qubix закрывает все требования MVP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125A6AE-C1F4-41D4-8B82-EF22A5F6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Реальное время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SignalR/WebSocket и синхронные события комнаты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9036C633-B9F4-49A5-AD27-B0B7DE9A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Баллы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Фиксированные очки без бонуса за скорость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C2E1AB04-423E-4D84-867F-31A12074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История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Баллы, место, дата и число участников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76E37A8C-72BF-48A5-B9BA-2F5349C0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Запуск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Frontend, backend и PostgreSQL в Docker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5E77E94-84DD-4842-822E-7123537D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Авторизация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Identity, роли Participant и Organizer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84335320-A627-431E-970F-EB935FB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Квизы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Создание, публикация, архив и возврат в черновик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8A095745-3035-4473-B952-1A8E3ADD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Вопросы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Текст, ImageUrl, одиночный и множественный выбор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F69BEA83-C696-416F-B410-CF36186F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Комнаты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Код подключения, описание и правила в лобби</a:t>
            </a:r>
          </a:p>
        </p:txBody>
      </p:sp>
    </p:spTree>
    <p:extLst>
      <p:ext uri="{BB962C8B-B14F-4D97-AF65-F5344CB8AC3E}">
        <p14:creationId xmlns:p14="http://schemas.microsoft.com/office/powerpoint/2010/main" val="19987960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9D47BAB-FBFD-4ACE-9B6F-8119C448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1155833-2903-49C6-92AC-1842194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Архитектура остаётся простой и расширяемой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1271C54D-CE53-4DAC-9F6F-4DDC7CD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298CA82-966F-4864-B7FA-840117DD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ASP.NET Core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Web API, Identity, Problem Details и Swagger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8A8E40F0-02D1-447B-A712-17D11B2E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E9599B2-0C56-4302-BF0F-90364BC7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React + TypeScript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Vite, React Router, Context и fetch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61BBB337-9016-4E1E-9E67-1721AE4B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9667B4B0-E73C-4620-8E97-C996D290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SignalR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События комнаты через WebSocket с REST-восстановлением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5BF73578-1090-4DF9-9756-F59A790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4728EDC0-BE46-44C4-A897-7FB8B0DB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EF Core, Npgsql, миграции и ограничения БД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8E39AA0-78DB-442C-B998-4DD5682D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C# выбран для единого серверного стека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ASP.NET Core объединяет авторизацию, API, доступ к БД и SignalR; React отвечает за клиентский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4031318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DA2935D-D43E-4F81-A627-BAC55118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61C26C8-4A9E-4D95-9F26-CD22D8A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B1D1798-4981-4E5C-A49F-21AB88EF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B968A47-DC4E-4476-9AFB-FA493BEB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530788C-374C-4633-88DE-D004BFA2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MVP проверен автоматически и вручную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328A157-8A7E-4D08-8357-65BD360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модульных
тестов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C005878-AC15-4415-BDE2-D5ACA413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параллельные
сессии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69EF38F-3BD8-4274-906B-5F38BF18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интеграционных
тестов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B88AF6A-A649-4AA6-8251-7BFE0F70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19 / 19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F193013-B171-4718-89B1-DA49CB82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51 / 51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969BFA2-C360-493F-B88B-C1F712D0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0F5CB44-F381-4DD6-8449-F68D97DA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Проверка охватила сборку, API, PostgreSQL, Docker и SignalR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Организатор и два участника прошли полный сценарий: вопросы, ответы, лидерборд, история и возврат из архива.</a:t>
            </a:r>
          </a:p>
        </p:txBody>
      </p:sp>
    </p:spTree>
    <p:extLst>
      <p:ext uri="{BB962C8B-B14F-4D97-AF65-F5344CB8AC3E}">
        <p14:creationId xmlns:p14="http://schemas.microsoft.com/office/powerpoint/2010/main" val="6764033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43CE663-AA88-4ECE-BA93-87122E7C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Qubix соответствует ТЗ и готов к демонстрации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CBB97DC-D836-43D8-B10B-FFFE98CA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2563EB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2413a816c28e43ad"/>
              </a:rPr>
              <a:t>Макеты в Figma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2563EB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08682ef961784ce3"/>
              </a:rPr>
              <a:t>Сценарий в Miro</a:t>
            </a:r>
          </a:p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2563EB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0f927cb82b3d46ea"/>
              </a:rPr>
              <a:t>Код на GitHub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FA79E92-C69C-4708-B14F-9A38F980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7955357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2026-07-27T17:29:56.7580000Z</dcterms:created>
  <dcterms:modified xsi:type="dcterms:W3CDTF">2026-07-27T17:29:56.7580000Z</dcterms:modified>
</coreProperties>
</file>